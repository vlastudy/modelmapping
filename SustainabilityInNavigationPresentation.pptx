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5576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254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6676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823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6826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7630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9427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994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8113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9729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44920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04712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89748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78818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32505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614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2081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ime compass on hand">
            <a:extLst>
              <a:ext uri="{FF2B5EF4-FFF2-40B4-BE49-F238E27FC236}">
                <a16:creationId xmlns:a16="http://schemas.microsoft.com/office/drawing/2014/main" id="{FF309CDF-8EB7-5906-AC5F-0269A4B0CF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966" r="28721"/>
          <a:stretch>
            <a:fillRect/>
          </a:stretch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F706B0-4105-FC11-DFB4-924667FF0D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0563" y="1678665"/>
            <a:ext cx="3887839" cy="237216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sz="4600"/>
              <a:t>Sustainability in Navigation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737A29-05C5-E7A0-68FE-65FDDB8FB2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80563" y="4050833"/>
            <a:ext cx="3893440" cy="1096899"/>
          </a:xfrm>
        </p:spPr>
        <p:txBody>
          <a:bodyPr>
            <a:normAutofit/>
          </a:bodyPr>
          <a:lstStyle/>
          <a:p>
            <a:r>
              <a:rPr lang="en-GB" dirty="0"/>
              <a:t>How our daily travels can be optimised for Carbon </a:t>
            </a:r>
            <a:r>
              <a:rPr lang="en-GB" dirty="0" err="1"/>
              <a:t>emmisions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6271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7259C-7CA8-71FE-AC14-6B0BE5A75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Navigation in the modern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20893-586B-2AC5-1895-93733D557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5930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4677C-36DA-B965-25B9-614E39239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Travel and CO2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B1091-FBEC-82A0-12D9-56D38B4FC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1337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0801F-27E2-0F77-1F11-4015A10F4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Saving by simply being better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6AFED-4012-710C-3F44-2AF26F542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011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B1ED5-3119-B732-99CF-EBA49E4E9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Personal Model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A55DB-8F22-1C58-F6BC-4C9EFFE62B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6273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63C37-7646-00C3-B6AF-5F46C862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profiling and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785CE-215A-D261-14F6-682F70CF5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9751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4AFC9-1BF4-8D4B-BA3A-AF3A57D0F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Other prominent examples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95B84-320F-D2D5-B7A1-033C104C4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6179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16163-C665-E31F-CC36-B31919079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6A558-C01F-21A7-CE42-5A50BF548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4789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EE2CB-BEE1-C5CE-5248-4A4511697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Thanks for listening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A1D8F-B89C-CBC3-4733-438A9124F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505658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29</TotalTime>
  <Words>40</Words>
  <Application>Microsoft Office PowerPoint</Application>
  <PresentationFormat>Widescreen</PresentationFormat>
  <Paragraphs>10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Trebuchet MS</vt:lpstr>
      <vt:lpstr>Wingdings 3</vt:lpstr>
      <vt:lpstr>Facet</vt:lpstr>
      <vt:lpstr>Sustainability in Navigation</vt:lpstr>
      <vt:lpstr>Navigation in the modern world</vt:lpstr>
      <vt:lpstr>Travel and CO2</vt:lpstr>
      <vt:lpstr>Saving by simply being better</vt:lpstr>
      <vt:lpstr>Personal Model example</vt:lpstr>
      <vt:lpstr>Model profiling and evaluation</vt:lpstr>
      <vt:lpstr>Other prominent examples </vt:lpstr>
      <vt:lpstr>Conclusion</vt:lpstr>
      <vt:lpstr>Thanks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Vladislav Kamianets</dc:creator>
  <cp:lastModifiedBy>Vladislav Kamianets</cp:lastModifiedBy>
  <cp:revision>2</cp:revision>
  <dcterms:created xsi:type="dcterms:W3CDTF">2026-05-27T11:18:36Z</dcterms:created>
  <dcterms:modified xsi:type="dcterms:W3CDTF">2026-05-27T11:59:09Z</dcterms:modified>
</cp:coreProperties>
</file>