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5576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254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66766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823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6826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76307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9427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9940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8113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9729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644920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04712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989748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78818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32505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614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C12B00-B600-4509-B1EF-644633D1C22D}" type="datetimeFigureOut">
              <a:rPr lang="en-GB" smtClean="0"/>
              <a:t>27/05/2026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927D30C9-21F5-4438-AC8E-1696C676AB5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2081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ime compass on hand">
            <a:extLst>
              <a:ext uri="{FF2B5EF4-FFF2-40B4-BE49-F238E27FC236}">
                <a16:creationId xmlns:a16="http://schemas.microsoft.com/office/drawing/2014/main" id="{FF309CDF-8EB7-5906-AC5F-0269A4B0CF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966" r="28721"/>
          <a:stretch>
            <a:fillRect/>
          </a:stretch>
        </p:blipFill>
        <p:spPr>
          <a:xfrm>
            <a:off x="20" y="-1"/>
            <a:ext cx="539494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F706B0-4105-FC11-DFB4-924667FF0D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0563" y="1678665"/>
            <a:ext cx="3887839" cy="2372168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sz="4600"/>
              <a:t>Sustainability in Navigation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737A29-05C5-E7A0-68FE-65FDDB8FB2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80563" y="4050833"/>
            <a:ext cx="3893440" cy="1096899"/>
          </a:xfrm>
        </p:spPr>
        <p:txBody>
          <a:bodyPr>
            <a:normAutofit/>
          </a:bodyPr>
          <a:lstStyle/>
          <a:p>
            <a:r>
              <a:rPr lang="en-GB" dirty="0"/>
              <a:t>How our daily travels can be optimised for Carbon </a:t>
            </a:r>
            <a:r>
              <a:rPr lang="en-GB" dirty="0" err="1"/>
              <a:t>emmisions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6271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7259C-7CA8-71FE-AC14-6B0BE5A75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Navigation in the modern 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20893-586B-2AC5-1895-93733D557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59302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4677C-36DA-B965-25B9-614E39239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7B1091-FBEC-82A0-12D9-56D38B4FC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1337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0801F-27E2-0F77-1F11-4015A10F4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6AFED-4012-710C-3F44-2AF26F5427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011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B1ED5-3119-B732-99CF-EBA49E4E9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EA55DB-8F22-1C58-F6BC-4C9EFFE62B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6273109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</TotalTime>
  <Words>18</Words>
  <Application>Microsoft Office PowerPoint</Application>
  <PresentationFormat>Widescreen</PresentationFormat>
  <Paragraphs>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Trebuchet MS</vt:lpstr>
      <vt:lpstr>Wingdings 3</vt:lpstr>
      <vt:lpstr>Facet</vt:lpstr>
      <vt:lpstr>Sustainability in Navigation</vt:lpstr>
      <vt:lpstr>Navigation in the modern world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Vladislav Kamianets</dc:creator>
  <cp:lastModifiedBy>Vladislav Kamianets</cp:lastModifiedBy>
  <cp:revision>1</cp:revision>
  <dcterms:created xsi:type="dcterms:W3CDTF">2026-05-27T11:18:36Z</dcterms:created>
  <dcterms:modified xsi:type="dcterms:W3CDTF">2026-05-27T11:32:29Z</dcterms:modified>
</cp:coreProperties>
</file>