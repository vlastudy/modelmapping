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7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25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67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82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82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630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42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9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113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72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4492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471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8974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881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250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1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2B00-B600-4509-B1EF-644633D1C22D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27D30C9-21F5-4438-AC8E-1696C676AB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08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ov.uk/government/statistics/transport-and-environment-statistics-2023--2/greenhouse-gas-emissions-from-transport-in-2023#:~:text=the%20majority%20(89%25)%20of,transport%20GHG%20emissions%20(60.2%20MtCO2e%20)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me compass on hand">
            <a:extLst>
              <a:ext uri="{FF2B5EF4-FFF2-40B4-BE49-F238E27FC236}">
                <a16:creationId xmlns:a16="http://schemas.microsoft.com/office/drawing/2014/main" id="{FF309CDF-8EB7-5906-AC5F-0269A4B0C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66" r="2872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F706B0-4105-FC11-DFB4-924667FF0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63" y="1678665"/>
            <a:ext cx="3887839" cy="2372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/>
              <a:t>Sustainability in Navigation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37A29-05C5-E7A0-68FE-65FDDB8FB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63" y="4050833"/>
            <a:ext cx="3893440" cy="1096899"/>
          </a:xfrm>
        </p:spPr>
        <p:txBody>
          <a:bodyPr>
            <a:normAutofit/>
          </a:bodyPr>
          <a:lstStyle/>
          <a:p>
            <a:r>
              <a:rPr lang="en-GB" dirty="0"/>
              <a:t>How our daily travels can be optimised for Carbon emissions</a:t>
            </a:r>
          </a:p>
        </p:txBody>
      </p:sp>
    </p:spTree>
    <p:extLst>
      <p:ext uri="{BB962C8B-B14F-4D97-AF65-F5344CB8AC3E}">
        <p14:creationId xmlns:p14="http://schemas.microsoft.com/office/powerpoint/2010/main" val="366271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259C-7CA8-71FE-AC14-6B0BE5A7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Navigation in the modern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20893-586B-2AC5-1895-93733D55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Modern systems that rely on navigational software but not limited to:</a:t>
            </a:r>
          </a:p>
          <a:p>
            <a:r>
              <a:rPr lang="en-GB" sz="2000" dirty="0"/>
              <a:t>Shipping (and delivery) Industry</a:t>
            </a:r>
          </a:p>
          <a:p>
            <a:pPr lvl="1"/>
            <a:r>
              <a:rPr lang="en-GB" sz="1800" dirty="0"/>
              <a:t>Example: Weather routing</a:t>
            </a:r>
          </a:p>
          <a:p>
            <a:r>
              <a:rPr lang="en-GB" sz="2000" dirty="0"/>
              <a:t>Traffic management</a:t>
            </a:r>
          </a:p>
          <a:p>
            <a:r>
              <a:rPr lang="en-GB" sz="2000" dirty="0"/>
              <a:t>Day to day travel</a:t>
            </a:r>
          </a:p>
          <a:p>
            <a:r>
              <a:rPr lang="en-GB" sz="2000" dirty="0"/>
              <a:t>Emergency services</a:t>
            </a: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903F5-E26C-14CC-CF08-7A2CF89BF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066" y="3429000"/>
            <a:ext cx="6725073" cy="264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3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B4677C-36DA-B965-25B9-614E3923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Travel and CO2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B1091-FBEC-82A0-12D9-56D38B4FC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Travel contributes to about 22% of global energy related CO2 emissions.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Roughly 75% of these is from road related transportation, 89% in the UK </a:t>
            </a:r>
            <a:r>
              <a:rPr lang="en-GB" dirty="0">
                <a:solidFill>
                  <a:schemeClr val="bg1"/>
                </a:solidFill>
                <a:hlinkClick r:id="rId2"/>
              </a:rPr>
              <a:t>[Gov.UK reference]</a:t>
            </a:r>
            <a:r>
              <a:rPr lang="en-GB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Transport related CO2 output can be significantly reduced if road-based travel is optimised.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54060-3B9D-C7E2-8BCB-4FDC0ACE8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80" y="1523685"/>
            <a:ext cx="6894838" cy="437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37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801F-27E2-0F77-1F11-4015A10F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Saving by simply being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6AFED-4012-710C-3F44-2AF26F542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A start to this would be an improvement to our driving routes.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Google maps already saves an estimate of 10% - 30% energy on a trip.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DO consider the computational cost of such calculations, although it is extremely efficient.</a:t>
            </a:r>
          </a:p>
        </p:txBody>
      </p:sp>
    </p:spTree>
    <p:extLst>
      <p:ext uri="{BB962C8B-B14F-4D97-AF65-F5344CB8AC3E}">
        <p14:creationId xmlns:p14="http://schemas.microsoft.com/office/powerpoint/2010/main" val="18901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1ED5-3119-B732-99CF-EBA49E4E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Personal Model example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3DC9E8-3A6E-0B22-E133-0E95F64B6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09600"/>
            <a:ext cx="3458897" cy="577760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7C0042-839C-5DB4-7444-7807E3283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98552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The main example is a drive from North to South of Manchester.</a:t>
            </a:r>
          </a:p>
          <a:p>
            <a:pPr marL="0" indent="0">
              <a:buNone/>
            </a:pPr>
            <a:r>
              <a:rPr lang="en-GB" sz="2000" dirty="0"/>
              <a:t>Specifically, from Heaton part to Chorlton water park</a:t>
            </a:r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57627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3C37-7646-00C3-B6AF-5F46C862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profiling and evaluation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3DE5A7-1D27-4F8A-93B3-91DBBA69F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5668" y="3409406"/>
            <a:ext cx="7059780" cy="2987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36937A-89FA-812F-ECDC-BFB36E7C7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619" y="1088208"/>
            <a:ext cx="2724530" cy="2114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FD0D12-D8BC-5229-6CBE-86A9CAB6F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588" y="1711553"/>
            <a:ext cx="2172003" cy="1619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DE10F1-3E6C-FDE0-6E8C-02D1A811D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114" y="3823354"/>
            <a:ext cx="2343477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5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AFC9-1BF4-8D4B-BA3A-AF3A57D0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GB" dirty="0"/>
              <a:t>Other prominent 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5B84-320F-D2D5-B7A1-033C104C4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Google maps proposes taking the ring road to reach the destination faster.</a:t>
            </a:r>
          </a:p>
          <a:p>
            <a:pPr marL="0" indent="0">
              <a:buNone/>
            </a:pPr>
            <a:r>
              <a:rPr lang="en-GB" dirty="0"/>
              <a:t>The city route is still available although with a slower max estimated time.</a:t>
            </a:r>
          </a:p>
        </p:txBody>
      </p:sp>
      <p:pic>
        <p:nvPicPr>
          <p:cNvPr id="5" name="Picture 4" descr="A map with a blue line&#10;&#10;AI-generated content may be incorrect.">
            <a:extLst>
              <a:ext uri="{FF2B5EF4-FFF2-40B4-BE49-F238E27FC236}">
                <a16:creationId xmlns:a16="http://schemas.microsoft.com/office/drawing/2014/main" id="{8A860D91-3F6A-ABF8-9EFF-36F0A0B5F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708" y="1564887"/>
            <a:ext cx="4602747" cy="372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79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6163-C665-E31F-CC36-B3191907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6A558-C01F-21A7-CE42-5A50BF548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everyone were to use the model you could significantly reduce the CO2 emissions of travel as even a 5% reduction in energy usage will scale to millions of CO2 saved per year</a:t>
            </a:r>
          </a:p>
          <a:p>
            <a:endParaRPr lang="en-GB" dirty="0"/>
          </a:p>
          <a:p>
            <a:r>
              <a:rPr lang="en-GB" dirty="0"/>
              <a:t>However, this model would require to be developed further to include traffic, specific car stats </a:t>
            </a:r>
          </a:p>
        </p:txBody>
      </p:sp>
    </p:spTree>
    <p:extLst>
      <p:ext uri="{BB962C8B-B14F-4D97-AF65-F5344CB8AC3E}">
        <p14:creationId xmlns:p14="http://schemas.microsoft.com/office/powerpoint/2010/main" val="187478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E2CB-BEE1-C5CE-5248-4A4511697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019" y="2768600"/>
            <a:ext cx="8596668" cy="1320800"/>
          </a:xfrm>
        </p:spPr>
        <p:txBody>
          <a:bodyPr/>
          <a:lstStyle/>
          <a:p>
            <a:r>
              <a:rPr lang="en-GB" dirty="0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3350565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85</TotalTime>
  <Words>264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Sustainability in Navigation</vt:lpstr>
      <vt:lpstr>Navigation in the modern world</vt:lpstr>
      <vt:lpstr>Travel and CO2</vt:lpstr>
      <vt:lpstr>Saving by simply being better</vt:lpstr>
      <vt:lpstr>Personal Model example</vt:lpstr>
      <vt:lpstr>Model profiling and evaluation</vt:lpstr>
      <vt:lpstr>Other prominent examples </vt:lpstr>
      <vt:lpstr>Conclusion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Vladislav Kamianets</dc:creator>
  <cp:lastModifiedBy>Vladislav Kamianets</cp:lastModifiedBy>
  <cp:revision>4</cp:revision>
  <dcterms:created xsi:type="dcterms:W3CDTF">2026-05-27T11:18:36Z</dcterms:created>
  <dcterms:modified xsi:type="dcterms:W3CDTF">2026-05-27T13:52:12Z</dcterms:modified>
</cp:coreProperties>
</file>